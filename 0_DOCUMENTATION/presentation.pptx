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7" d="100"/>
          <a:sy n="97" d="100"/>
        </p:scale>
        <p:origin x="1032"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Student Mark Estimator System</a:t>
            </a:r>
          </a:p>
        </p:txBody>
      </p:sp>
      <p:sp>
        <p:nvSpPr>
          <p:cNvPr id="3" name="Subtitle 2"/>
          <p:cNvSpPr>
            <a:spLocks noGrp="1"/>
          </p:cNvSpPr>
          <p:nvPr>
            <p:ph type="subTitle" idx="1"/>
          </p:nvPr>
        </p:nvSpPr>
        <p:spPr/>
        <p:txBody>
          <a:bodyPr/>
          <a:lstStyle/>
          <a:p>
            <a:r>
              <a:rPr lang="en-AU" dirty="0"/>
              <a:t>By Nathan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Problem</a:t>
            </a:r>
          </a:p>
        </p:txBody>
      </p:sp>
      <p:sp>
        <p:nvSpPr>
          <p:cNvPr id="3" name="Content Placeholder 2"/>
          <p:cNvSpPr>
            <a:spLocks noGrp="1"/>
          </p:cNvSpPr>
          <p:nvPr>
            <p:ph idx="1"/>
          </p:nvPr>
        </p:nvSpPr>
        <p:spPr/>
        <p:txBody>
          <a:bodyPr/>
          <a:lstStyle/>
          <a:p>
            <a:r>
              <a:t>Teachers and administrators use CSV grade files to track student performance. Missing values occur when assessments are not submitted, grading is incomplete, or data is entered incorrectly. Missing marks make reports unreliable and slow down decision-making. The software detects missing entries and estimates them automatically.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Software Automation</a:t>
            </a:r>
          </a:p>
        </p:txBody>
      </p:sp>
      <p:sp>
        <p:nvSpPr>
          <p:cNvPr id="3" name="Content Placeholder 2"/>
          <p:cNvSpPr>
            <a:spLocks noGrp="1"/>
          </p:cNvSpPr>
          <p:nvPr>
            <p:ph idx="1"/>
          </p:nvPr>
        </p:nvSpPr>
        <p:spPr/>
        <p:txBody>
          <a:bodyPr/>
          <a:lstStyle/>
          <a:p>
            <a:r>
              <a:t>The solution is a desktop application built in Python with a GUI. Users load a CSV file by browsing or drag-and-drop. The app scans the data, lists missing scores, and enables estimation controls. It automates the workflow: load data, identify gaps, estimate values, and export a corrected CSV, reducing manual spreadsheet editing and human error.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the Machine Learning Model Works</a:t>
            </a:r>
          </a:p>
        </p:txBody>
      </p:sp>
      <p:sp>
        <p:nvSpPr>
          <p:cNvPr id="3" name="Content Placeholder 2"/>
          <p:cNvSpPr>
            <a:spLocks noGrp="1"/>
          </p:cNvSpPr>
          <p:nvPr>
            <p:ph idx="1"/>
          </p:nvPr>
        </p:nvSpPr>
        <p:spPr/>
        <p:txBody>
          <a:bodyPr/>
          <a:lstStyle/>
          <a:p>
            <a:r>
              <a:t>The app uses linear regression to estimate missing marks. It trains on students who have complete data for the selected assessment and other columns. If there is not enough data, it falls back to simpler methods like the class mean or the student's average. Predictions are clamped between 0 and 100 and rounded to one decimal place.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Prediction Flow</a:t>
            </a:r>
          </a:p>
        </p:txBody>
      </p:sp>
      <p:sp>
        <p:nvSpPr>
          <p:cNvPr id="3" name="Content Placeholder 2"/>
          <p:cNvSpPr>
            <a:spLocks noGrp="1"/>
          </p:cNvSpPr>
          <p:nvPr>
            <p:ph idx="1"/>
          </p:nvPr>
        </p:nvSpPr>
        <p:spPr/>
        <p:txBody>
          <a:bodyPr/>
          <a:lstStyle/>
          <a:p>
            <a:r>
              <a:t>Example: predict a missing final exam score using other test scores. The app finds rows with complete history, trains the model, and estimates the missing value. It also shows supporting metrics such as class baseline mean and sample size. The result is saved as a new file prefixed with estimated_ so the original stays intact.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Social and Ethical Considerations</a:t>
            </a:r>
          </a:p>
        </p:txBody>
      </p:sp>
      <p:sp>
        <p:nvSpPr>
          <p:cNvPr id="3" name="Content Placeholder 2"/>
          <p:cNvSpPr>
            <a:spLocks noGrp="1"/>
          </p:cNvSpPr>
          <p:nvPr>
            <p:ph idx="1"/>
          </p:nvPr>
        </p:nvSpPr>
        <p:spPr/>
        <p:txBody>
          <a:bodyPr/>
          <a:lstStyle/>
          <a:p>
            <a:r>
              <a:t>The system considers fairness and bias in grade estimation. If missing data is not random, predictions may reinforce existing patterns. For example, absent or underperforming students may be disproportionately affected. The model avoids demographic features and treats estimates as suggestions, requiring human review.</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The Student Mark Estimator System improves consistency and speed for handling missing grades. It uses automation to move from manual spreadsheet work to a guided workflow, and linear regression with fallback rules to produce reasonable estimates. Estimated scores support educators but should be validated before final use.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367</Words>
  <Application>Microsoft Office PowerPoint</Application>
  <PresentationFormat>On-screen Show (4:3)</PresentationFormat>
  <Paragraphs>14</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Student Mark Estimator System</vt:lpstr>
      <vt:lpstr>The Problem</vt:lpstr>
      <vt:lpstr>Software Automation</vt:lpstr>
      <vt:lpstr>How the Machine Learning Model Works</vt:lpstr>
      <vt:lpstr>Example Prediction Flow</vt:lpstr>
      <vt:lpstr>Social and Ethical Considerations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Nathan Hay</cp:lastModifiedBy>
  <cp:revision>3</cp:revision>
  <dcterms:created xsi:type="dcterms:W3CDTF">2013-01-27T09:14:16Z</dcterms:created>
  <dcterms:modified xsi:type="dcterms:W3CDTF">2026-06-16T22:03:49Z</dcterms:modified>
  <cp:category/>
</cp:coreProperties>
</file>